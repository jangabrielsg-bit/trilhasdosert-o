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2E1F10"/>
          </a:solidFill>
          <a:ln w="12700">
            <a:solidFill>
              <a:srgbClr val="2E1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32004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pic>
        <p:nvPicPr>
          <p:cNvPr id="4" name="Image 0" descr="C:\Trilhas\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0" y="411480"/>
            <a:ext cx="3108960" cy="2286000"/>
          </a:xfrm>
          <a:prstGeom prst="rect">
            <a:avLst/>
          </a:prstGeom>
        </p:spPr>
      </p:pic>
      <p:pic>
        <p:nvPicPr>
          <p:cNvPr id="5" name="Image 1" descr="C:\Trilhas\masco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2011680"/>
            <a:ext cx="155448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Gestão Digital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· Pedidos · Cozinha · Relatórios — tudo em um só lugar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91840" y="45720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91840" y="4572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0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PARCERIA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dia a dia sem um 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reais que custam tempo e dinheiro todo dia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960120"/>
          </a:xfrm>
          <a:prstGeom prst="rect">
            <a:avLst/>
          </a:prstGeom>
          <a:solidFill>
            <a:srgbClr val="2E1F10"/>
          </a:solidFill>
          <a:ln w="12700">
            <a:solidFill>
              <a:srgbClr val="3322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9601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Pedidos no papel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leitura, pedidos trocados e retrabalho na cozinha.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4023360" cy="960120"/>
          </a:xfrm>
          <a:prstGeom prst="rect">
            <a:avLst/>
          </a:prstGeom>
          <a:solidFill>
            <a:srgbClr val="2E1F10"/>
          </a:solidFill>
          <a:ln w="12700">
            <a:solidFill>
              <a:srgbClr val="3322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54864" cy="9601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Demora no atendimento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Garçom vai e volta várias vezes; cliente perde a paciência.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4023360" cy="960120"/>
          </a:xfrm>
          <a:prstGeom prst="rect">
            <a:avLst/>
          </a:prstGeom>
          <a:solidFill>
            <a:srgbClr val="2E1F10"/>
          </a:solidFill>
          <a:ln w="12700">
            <a:solidFill>
              <a:srgbClr val="3322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87168"/>
            <a:ext cx="54864" cy="9601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Sem controle de comanda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852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saber o que cada mesa consumiu e o total da conta.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487168"/>
            <a:ext cx="4023360" cy="960120"/>
          </a:xfrm>
          <a:prstGeom prst="rect">
            <a:avLst/>
          </a:prstGeom>
          <a:solidFill>
            <a:srgbClr val="2E1F10"/>
          </a:solidFill>
          <a:ln w="12700">
            <a:solidFill>
              <a:srgbClr val="3322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87168"/>
            <a:ext cx="54864" cy="9601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Sem dados do negócio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8529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quais pratos vendem mais nem o faturamento real.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4023360" cy="960120"/>
          </a:xfrm>
          <a:prstGeom prst="rect">
            <a:avLst/>
          </a:prstGeom>
          <a:solidFill>
            <a:srgbClr val="2E1F10"/>
          </a:solidFill>
          <a:ln w="12700">
            <a:solidFill>
              <a:srgbClr val="3322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02736"/>
            <a:ext cx="54864" cy="9601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Nenhuma presença digital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968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cardápio online, sem avaliação, sem fidelização.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02736"/>
            <a:ext cx="4023360" cy="960120"/>
          </a:xfrm>
          <a:prstGeom prst="rect">
            <a:avLst/>
          </a:prstGeom>
          <a:solidFill>
            <a:srgbClr val="2E1F10"/>
          </a:solidFill>
          <a:ln w="12700">
            <a:solidFill>
              <a:srgbClr val="33221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02736"/>
            <a:ext cx="54864" cy="9601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75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Comunicação falha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68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Cozinha não sabe a prioridade dos pedidos, atraso na entrega.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 completa para o Trilhas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 integrados, acessados pelo celular — sem app, sem instalação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965960" cy="333756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1965960" cy="54864"/>
          </a:xfrm>
          <a:prstGeom prst="rect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508760"/>
            <a:ext cx="914400" cy="914400"/>
          </a:xfrm>
          <a:prstGeom prst="ellipse">
            <a:avLst/>
          </a:prstGeom>
          <a:solidFill>
            <a:srgbClr val="3D7035">
              <a:alpha val="25000"/>
            </a:srgbClr>
          </a:solidFill>
          <a:ln w="19050">
            <a:solidFill>
              <a:srgbClr val="3D7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C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" y="2944368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digital interativo no celular do cliente. Pedido feito direto da mesa.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1965960" cy="333756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325880"/>
            <a:ext cx="1965960" cy="54864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1508760"/>
            <a:ext cx="914400" cy="914400"/>
          </a:xfrm>
          <a:prstGeom prst="ellipse">
            <a:avLst/>
          </a:prstGeom>
          <a:solidFill>
            <a:srgbClr val="D4821A">
              <a:alpha val="25000"/>
            </a:srgbClr>
          </a:solidFill>
          <a:ln w="19050">
            <a:solidFill>
              <a:srgbClr val="D482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5420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C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Garçom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78608" y="2944368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mesas, acompanha pedidos e fecha a comanda com um toque.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325880"/>
            <a:ext cx="1965960" cy="333756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325880"/>
            <a:ext cx="1965960" cy="54864"/>
          </a:xfrm>
          <a:prstGeom prst="rect">
            <a:avLst/>
          </a:prstGeom>
          <a:solidFill>
            <a:srgbClr val="7A4010"/>
          </a:solidFill>
          <a:ln w="12700">
            <a:solidFill>
              <a:srgbClr val="7A40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8928" y="1508760"/>
            <a:ext cx="914400" cy="914400"/>
          </a:xfrm>
          <a:prstGeom prst="ellipse">
            <a:avLst/>
          </a:prstGeom>
          <a:solidFill>
            <a:srgbClr val="7A4010">
              <a:alpha val="25000"/>
            </a:srgbClr>
          </a:solidFill>
          <a:ln w="19050">
            <a:solidFill>
              <a:srgbClr val="7A4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👨‍🍳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25420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C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Cozinha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27448" y="2944368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pedidos em tempo real, com priorização e status de preparo.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1325880"/>
            <a:ext cx="1965960" cy="333756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325880"/>
            <a:ext cx="1965960" cy="54864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1508760"/>
            <a:ext cx="914400" cy="914400"/>
          </a:xfrm>
          <a:prstGeom prst="ellipse">
            <a:avLst/>
          </a:prstGeom>
          <a:solidFill>
            <a:srgbClr val="1A4A7A">
              <a:alpha val="25000"/>
            </a:srgbClr>
          </a:solidFill>
          <a:ln w="19050">
            <a:solidFill>
              <a:srgbClr val="1A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768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58000" y="25420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C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Gerencial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76288" y="2944368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completo com vendas, itens mais pedidos e avaliação NPS.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Módulo Cliente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pede do celular — sem baixar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256032" cy="256032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" y="13075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digital com fotos, preços e categorias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892808"/>
            <a:ext cx="256032" cy="256032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pedidos com adicionais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459736"/>
            <a:ext cx="256032" cy="256032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2441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 pedido em tempo real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026664"/>
            <a:ext cx="256032" cy="256032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" y="3008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pedidos e comanda da mesa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" y="3593592"/>
            <a:ext cx="256032" cy="256032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" y="35753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Mascote interativo que engaja o cliente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" y="4160520"/>
            <a:ext cx="256032" cy="256032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NPS ao final do atendimento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502920"/>
            <a:ext cx="3246120" cy="4297680"/>
          </a:xfrm>
          <a:prstGeom prst="rect">
            <a:avLst/>
          </a:prstGeom>
          <a:solidFill>
            <a:srgbClr val="0D0A08"/>
          </a:solidFill>
          <a:ln w="12700">
            <a:solidFill>
              <a:srgbClr val="33221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pic>
        <p:nvPicPr>
          <p:cNvPr id="24" name="Image 0" descr="C:\Trilhas\masco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548640"/>
            <a:ext cx="1051560" cy="1554480"/>
          </a:xfrm>
          <a:prstGeom prst="rect">
            <a:avLst/>
          </a:prstGeom>
        </p:spPr>
      </p:pic>
      <p:pic>
        <p:nvPicPr>
          <p:cNvPr id="25" name="Image 1" descr="C:\Trilhas\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2103120"/>
            <a:ext cx="2834640" cy="10972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77840" y="32918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acessa pelo QR Code da mesa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faz o pedido sozinho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035040" y="4187952"/>
            <a:ext cx="2331720" cy="411480"/>
          </a:xfrm>
          <a:prstGeom prst="rect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35040" y="4187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🍔  Ver Cardápio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Garçom &amp; Cozinha em sincronia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saem direto para a cozinha — sem papel, sem ruído, sem erro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77640" cy="356616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3977640" cy="64008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C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🍽️  Módulo Garçom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 com código por mesa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Visão de todas as mesas e status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Lançamento de pedidos manuais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429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Fechamento e impressão de comanda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Histórico de contas encerradas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3977640" cy="356616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234440"/>
            <a:ext cx="3977640" cy="64008"/>
          </a:xfrm>
          <a:prstGeom prst="rect">
            <a:avLst/>
          </a:prstGeom>
          <a:solidFill>
            <a:srgbClr val="7A4010"/>
          </a:solidFill>
          <a:ln w="12700">
            <a:solidFill>
              <a:srgbClr val="7A4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C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👨‍🍳  Módulo Cozinha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Fila de pedidos em tempo real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83480" y="2423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Pedidos ordenados por prioridade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Marcar item como pronto com um toque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83480" y="3429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Visão por item (não por mesa)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3931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Alertas sonoros de novos pedidos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2651760"/>
            <a:ext cx="457200" cy="73152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Módulo Gerencial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baseadas em dados reais do seu negócio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965960" cy="1554480"/>
          </a:xfrm>
          <a:prstGeom prst="rect">
            <a:avLst/>
          </a:prstGeom>
          <a:solidFill>
            <a:srgbClr val="0D0A08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dia/semana/mês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42032" y="1261872"/>
            <a:ext cx="1965960" cy="1554480"/>
          </a:xfrm>
          <a:prstGeom prst="rect">
            <a:avLst/>
          </a:prstGeom>
          <a:solidFill>
            <a:srgbClr val="0D0A08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371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33472" y="199339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mais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18304" y="1261872"/>
            <a:ext cx="1965960" cy="1554480"/>
          </a:xfrm>
          <a:prstGeom prst="rect">
            <a:avLst/>
          </a:prstGeom>
          <a:solidFill>
            <a:srgbClr val="0D0A08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1371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😊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09744" y="199339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94576" y="1261872"/>
            <a:ext cx="1965960" cy="1554480"/>
          </a:xfrm>
          <a:prstGeom prst="rect">
            <a:avLst/>
          </a:prstGeom>
          <a:solidFill>
            <a:srgbClr val="0D0A08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94576" y="13716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86016" y="199339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pedidos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recursos disponíveis: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456432"/>
            <a:ext cx="201168" cy="20116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4015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período (hoje, 7, 15, 30 dias)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456432"/>
            <a:ext cx="201168" cy="20116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4015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edição de cardápio em tempo real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13632"/>
            <a:ext cx="201168" cy="20116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8587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clientes com WhatsApp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913632"/>
            <a:ext cx="201168" cy="20116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38587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mesas e disponibilidade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370832"/>
            <a:ext cx="201168" cy="20116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70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3159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NPS com promotores e detratores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4370832"/>
            <a:ext cx="201168" cy="20116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370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43159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seguro com senha por perfil de usuário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no dia a dia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2697480" cy="160020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7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90%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993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pedido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97480" cy="160020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97280"/>
            <a:ext cx="2697480" cy="64008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280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3×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37560" y="1993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no atendimento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097280"/>
            <a:ext cx="2697480" cy="160020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097280"/>
            <a:ext cx="2697480" cy="64008"/>
          </a:xfrm>
          <a:prstGeom prst="rect">
            <a:avLst/>
          </a:prstGeom>
          <a:solidFill>
            <a:srgbClr val="7A4010"/>
          </a:solidFill>
          <a:ln w="12700">
            <a:solidFill>
              <a:srgbClr val="7A40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280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A4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63640" y="1993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e caneta necessários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2697480" cy="160020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63240"/>
            <a:ext cx="2697480" cy="640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46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11480" y="39593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do faturamento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3063240"/>
            <a:ext cx="2697480" cy="160020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3063240"/>
            <a:ext cx="2697480" cy="64008"/>
          </a:xfrm>
          <a:prstGeom prst="rect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246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7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337560" y="39593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sistema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063240"/>
            <a:ext cx="2697480" cy="1600200"/>
          </a:xfrm>
          <a:prstGeom prst="rect">
            <a:avLst/>
          </a:prstGeom>
          <a:solidFill>
            <a:srgbClr val="2E1F10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3063240"/>
            <a:ext cx="2697480" cy="64008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246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263640" y="39593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qualquer celular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continuar investindo?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já funciona — com suporte e melhorias, ele cresce junto com o Trilhas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97480" cy="3520440"/>
          </a:xfrm>
          <a:prstGeom prst="rect">
            <a:avLst/>
          </a:prstGeom>
          <a:solidFill>
            <a:srgbClr val="0D0A08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2697480" cy="64008"/>
          </a:xfrm>
          <a:prstGeom prst="rect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9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Agora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Sistema funcionando nas 4 telas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Pedidos em tempo real via Firebase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Mascote interativo e animado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NPS e relatórios gerenciais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97480" cy="3520440"/>
          </a:xfrm>
          <a:prstGeom prst="rect">
            <a:avLst/>
          </a:prstGeom>
          <a:solidFill>
            <a:srgbClr val="0D0A08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697480" cy="64008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44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Próximas melhorias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Modo offline para instabilidades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Integração com impressora de cozinha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Programa de fidelidade de clientes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Painel financeiro com metas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325880"/>
            <a:ext cx="2697480" cy="3520440"/>
          </a:xfrm>
          <a:prstGeom prst="rect">
            <a:avLst/>
          </a:prstGeom>
          <a:solidFill>
            <a:srgbClr val="0D0A08"/>
          </a:solidFill>
          <a:ln w="12700">
            <a:solidFill>
              <a:srgbClr val="2A1A0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325880"/>
            <a:ext cx="2697480" cy="640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44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8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Visão futura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 nativo (iOS + Android)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Multi-unidade / franquia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Integração com iFood e Rappi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3886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 com previsão de demanda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Proposta de Investimento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contínuo + melhorias mensais + sistema sempre atualizado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0" y="1280160"/>
            <a:ext cx="5120640" cy="3291840"/>
          </a:xfrm>
          <a:prstGeom prst="rect">
            <a:avLst/>
          </a:prstGeom>
          <a:solidFill>
            <a:srgbClr val="2E1F10"/>
          </a:solidFill>
          <a:ln w="12700">
            <a:solidFill>
              <a:srgbClr val="D482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280160"/>
            <a:ext cx="5120640" cy="73152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144475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Mensal de Parceria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04288" y="2359152"/>
            <a:ext cx="201168" cy="201168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4288" y="2359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232257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 prioritário via WhatsApp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04288" y="2788920"/>
            <a:ext cx="201168" cy="201168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275234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de bugs e ajustes imediatos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04288" y="3218688"/>
            <a:ext cx="201168" cy="201168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31821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e novas funcionalidades mensais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04288" y="3648456"/>
            <a:ext cx="201168" cy="201168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4288" y="3648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36118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 banco de dados incluídos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04288" y="4078224"/>
            <a:ext cx="201168" cy="201168"/>
          </a:xfrm>
          <a:prstGeom prst="ellipse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404164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da equipe quando necessário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 sobre o valor juntos! 🤝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2E1F10"/>
          </a:solidFill>
          <a:ln w="12700">
            <a:solidFill>
              <a:srgbClr val="2E1F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27632"/>
            <a:ext cx="9144000" cy="36576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56432"/>
            <a:ext cx="9144000" cy="36576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pic>
        <p:nvPicPr>
          <p:cNvPr id="5" name="Image 0" descr="C:\Trilhas\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45720"/>
            <a:ext cx="2743200" cy="1508760"/>
          </a:xfrm>
          <a:prstGeom prst="rect">
            <a:avLst/>
          </a:prstGeom>
        </p:spPr>
      </p:pic>
      <p:pic>
        <p:nvPicPr>
          <p:cNvPr id="6" name="Image 1" descr="C:\Trilhas\masco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920240"/>
            <a:ext cx="1463040" cy="2103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17373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Bora crescer juntos!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57200" y="24231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Trilhas do Sertão merece um sistema à altura da sua história.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C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Junto, a gente faz esse negócio voar! 🌵🚀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3703320"/>
            <a:ext cx="3657600" cy="457200"/>
          </a:xfrm>
          <a:prstGeom prst="rect">
            <a:avLst/>
          </a:prstGeom>
          <a:solidFill>
            <a:srgbClr val="3D7035"/>
          </a:solidFill>
          <a:ln w="12700">
            <a:solidFill>
              <a:srgbClr val="3D70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marcar uma conversa? 🤝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por Jan Gabriel  ·  jangabrielsg@gmail.com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Trilhas do Sertão - Sistema de Gestão</dc:title>
  <dc:subject>PptxGenJS Presentation</dc:subject>
  <dc:creator>PptxGenJS</dc:creator>
  <cp:lastModifiedBy>PptxGenJS</cp:lastModifiedBy>
  <cp:revision>1</cp:revision>
  <dcterms:created xsi:type="dcterms:W3CDTF">2026-06-21T12:46:51Z</dcterms:created>
  <dcterms:modified xsi:type="dcterms:W3CDTF">2026-06-21T12:46:51Z</dcterms:modified>
</cp:coreProperties>
</file>